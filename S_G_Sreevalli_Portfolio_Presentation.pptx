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41080" y="0"/>
            <a:ext cx="3550615" cy="685800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731520"/>
            <a:ext cx="1097280" cy="1097280"/>
          </a:xfrm>
          <a:prstGeom prst="ellipse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6840" y="4480560"/>
            <a:ext cx="1463040" cy="1463040"/>
          </a:xfrm>
          <a:prstGeom prst="ellipse">
            <a:avLst/>
          </a:prstGeom>
          <a:solidFill>
            <a:srgbClr val="BE6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212080"/>
            <a:ext cx="731520" cy="731520"/>
          </a:xfrm>
          <a:prstGeom prst="ellipse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53035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A34B31"/>
                </a:solidFill>
                <a:latin typeface="Aptos"/>
              </a:rPr>
              <a:t>PORTFOLIO • 2026</a:t>
            </a:r>
            <a:endParaRPr sz="12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132320" cy="1645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4200" b="1">
                <a:solidFill>
                  <a:srgbClr val="2A2B27"/>
                </a:solidFill>
                <a:latin typeface="Aptos"/>
              </a:rPr>
              <a:t>S G
Sreevalli</a:t>
            </a:r>
            <a:endParaRPr sz="42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2" y="3337560"/>
            <a:ext cx="676656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300" b="1">
                <a:solidFill>
                  <a:srgbClr val="A34B31"/>
                </a:solidFill>
                <a:latin typeface="Aptos"/>
              </a:rPr>
              <a:t>Aspiring Software Engineer</a:t>
            </a:r>
            <a:endParaRPr sz="23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4069080"/>
            <a:ext cx="6858000" cy="9601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>
                <a:solidFill>
                  <a:srgbClr val="69665E"/>
                </a:solidFill>
                <a:latin typeface="Aptos"/>
              </a:rPr>
              <a:t>Computer Science &amp; Engineering student passionate about building practical software and learning through projects.</a:t>
            </a:r>
            <a:endParaRPr sz="17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5669280"/>
            <a:ext cx="71323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1">
                <a:solidFill>
                  <a:srgbClr val="2A2B27"/>
                </a:solidFill>
                <a:latin typeface="Aptos"/>
              </a:rPr>
              <a:t>BVRIT Hyderabad College of Engineering for Women</a:t>
            </a:r>
            <a:endParaRPr sz="13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" y="608076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100" b="0">
                <a:solidFill>
                  <a:srgbClr val="69665E"/>
                </a:solidFill>
                <a:latin typeface="Aptos"/>
              </a:rPr>
              <a:t>sg.sreevalli@gmail.com  •  github.com/Sreevalli1011</a:t>
            </a:r>
            <a:endParaRPr sz="1100" b="0">
              <a:solidFill>
                <a:srgbClr val="6966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A34B31"/>
                </a:solidFill>
                <a:latin typeface="Aptos"/>
              </a:rPr>
              <a:t>01 / PROFILE</a:t>
            </a:r>
            <a:endParaRPr sz="10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800" b="1">
                <a:solidFill>
                  <a:srgbClr val="2A2B27"/>
                </a:solidFill>
                <a:latin typeface="Aptos"/>
              </a:rPr>
              <a:t>A little about me</a:t>
            </a:r>
            <a:endParaRPr sz="28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0292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1000" b="1">
                <a:solidFill>
                  <a:srgbClr val="69665E"/>
                </a:solidFill>
                <a:latin typeface="Aptos"/>
              </a:rPr>
              <a:t>02</a:t>
            </a:r>
            <a:endParaRPr sz="1000" b="1">
              <a:solidFill>
                <a:srgbClr val="69665E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400800" cy="11887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300" b="1">
                <a:solidFill>
                  <a:srgbClr val="2A2B27"/>
                </a:solidFill>
                <a:latin typeface="Aptos"/>
              </a:rPr>
              <a:t>I’m S G Sreevalli, a Computer Science &amp; Engineering student working toward a career in software development.</a:t>
            </a:r>
            <a:endParaRPr sz="23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6400800" cy="10972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>
                <a:solidFill>
                  <a:srgbClr val="69665E"/>
                </a:solidFill>
                <a:latin typeface="Aptos"/>
              </a:rPr>
              <a:t>I enjoy strengthening my programming fundamentals, solving coding problems, and creating projects that connect concepts with real use cases.</a:t>
            </a:r>
            <a:endParaRPr sz="17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828800"/>
            <a:ext cx="73152" cy="114300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333755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FOCUS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423160"/>
            <a:ext cx="3337559" cy="429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Software development • Problem solving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35240" y="324612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246120"/>
            <a:ext cx="73152" cy="1143000"/>
          </a:xfrm>
          <a:prstGeom prst="rect">
            <a:avLst/>
          </a:prstGeom>
          <a:solidFill>
            <a:srgbClr val="496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410712"/>
            <a:ext cx="333755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APPROACH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337559" cy="429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Learn by building, testing, and improving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35240" y="466344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663440"/>
            <a:ext cx="73152" cy="114300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828031"/>
            <a:ext cx="333755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GOAL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5257800"/>
            <a:ext cx="3337559" cy="429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Grow as an engineer and contribute to useful products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A34B31"/>
                </a:solidFill>
                <a:latin typeface="Aptos"/>
              </a:rPr>
              <a:t>02 / TOOLKIT</a:t>
            </a:r>
            <a:endParaRPr sz="10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800" b="1">
                <a:solidFill>
                  <a:srgbClr val="2A2B27"/>
                </a:solidFill>
                <a:latin typeface="Aptos"/>
              </a:rPr>
              <a:t>Skills &amp; technologies</a:t>
            </a:r>
            <a:endParaRPr sz="28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0292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1000" b="1">
                <a:solidFill>
                  <a:srgbClr val="69665E"/>
                </a:solidFill>
                <a:latin typeface="Aptos"/>
              </a:rPr>
              <a:t>03</a:t>
            </a:r>
            <a:endParaRPr sz="1000" b="1">
              <a:solidFill>
                <a:srgbClr val="69665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64592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1089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PROGRAMMING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3108960" cy="9326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Java
Python
C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73152" cy="1645920"/>
          </a:xfrm>
          <a:prstGeom prst="rect">
            <a:avLst/>
          </a:prstGeom>
          <a:solidFill>
            <a:srgbClr val="496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089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WEB DEVELOPMENT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108960" cy="9326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HTML5
CSS3
JavaScript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55279" y="1737360"/>
            <a:ext cx="35204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737360"/>
            <a:ext cx="73152" cy="164592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901952"/>
            <a:ext cx="31089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DATABASES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2331720"/>
            <a:ext cx="3108960" cy="9326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SQL
MySQL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5257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73152" cy="1645920"/>
          </a:xfrm>
          <a:prstGeom prst="rect">
            <a:avLst/>
          </a:prstGeom>
          <a:solidFill>
            <a:srgbClr val="496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67911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TOOLS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4297680"/>
            <a:ext cx="4846320" cy="9326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Git • GitHub • VS Code • Eclipse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26480" y="370332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703320"/>
            <a:ext cx="73152" cy="164592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867911"/>
            <a:ext cx="493775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CODING PRACTICE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5080" y="4297680"/>
            <a:ext cx="4937759" cy="9326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100+ LeetCode problems
600+ CodeChef problems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400" b="0">
                <a:solidFill>
                  <a:srgbClr val="69665E"/>
                </a:solidFill>
                <a:latin typeface="Aptos"/>
              </a:rPr>
              <a:t>Continuously learning and improving through hands-on practice.</a:t>
            </a:r>
            <a:endParaRPr sz="1400" b="0">
              <a:solidFill>
                <a:srgbClr val="6966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A34B31"/>
                </a:solidFill>
                <a:latin typeface="Aptos"/>
              </a:rPr>
              <a:t>03 / SELECTED WORK</a:t>
            </a:r>
            <a:endParaRPr sz="10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800" b="1">
                <a:solidFill>
                  <a:srgbClr val="2A2B27"/>
                </a:solidFill>
                <a:latin typeface="Aptos"/>
              </a:rPr>
              <a:t>Projects</a:t>
            </a:r>
            <a:endParaRPr sz="28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0292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1000" b="1">
                <a:solidFill>
                  <a:srgbClr val="69665E"/>
                </a:solidFill>
                <a:latin typeface="Aptos"/>
              </a:rPr>
              <a:t>04</a:t>
            </a:r>
            <a:endParaRPr sz="1000" b="1">
              <a:solidFill>
                <a:srgbClr val="69665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73152" cy="324612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48006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01  EduCatch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800600" cy="25328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An educational egg-catching game designed to make learning interactive.
Technologies: HTML5, CSS3, JavaScript, Python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3246120"/>
          </a:xfrm>
          <a:prstGeom prst="rect">
            <a:avLst/>
          </a:prstGeom>
          <a:solidFill>
            <a:srgbClr val="496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8006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02  Hand Gesture Recognition System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800600" cy="25328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A computer-vision project that detects and recognizes hand gestures from visual input.
Technologies: Python, OpenCV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69665E"/>
                </a:solidFill>
                <a:latin typeface="Aptos"/>
              </a:rPr>
              <a:t>Project highlights: web development • computer vision • practical implementation</a:t>
            </a:r>
            <a:endParaRPr sz="1500" b="1">
              <a:solidFill>
                <a:srgbClr val="6966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A34B31"/>
                </a:solidFill>
                <a:latin typeface="Aptos"/>
              </a:rPr>
              <a:t>04 / LEARNING JOURNEY</a:t>
            </a:r>
            <a:endParaRPr sz="10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800" b="1">
                <a:solidFill>
                  <a:srgbClr val="2A2B27"/>
                </a:solidFill>
                <a:latin typeface="Aptos"/>
              </a:rPr>
              <a:t>Education</a:t>
            </a:r>
            <a:endParaRPr sz="28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0292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1000" b="1">
                <a:solidFill>
                  <a:srgbClr val="69665E"/>
                </a:solidFill>
                <a:latin typeface="Aptos"/>
              </a:rPr>
              <a:t>05</a:t>
            </a:r>
            <a:endParaRPr sz="1000" b="1">
              <a:solidFill>
                <a:srgbClr val="69665E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1560" y="1874519"/>
            <a:ext cx="41148" cy="342900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847088"/>
            <a:ext cx="384048" cy="384048"/>
          </a:xfrm>
          <a:prstGeom prst="ellipse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737360"/>
            <a:ext cx="18288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A34B31"/>
                </a:solidFill>
                <a:latin typeface="Aptos"/>
              </a:rPr>
              <a:t>2025 – 2028</a:t>
            </a:r>
            <a:endParaRPr sz="12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77724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A2B27"/>
                </a:solidFill>
                <a:latin typeface="Aptos"/>
              </a:rPr>
              <a:t>B.Tech, Computer Science &amp; Engineering</a:t>
            </a:r>
            <a:endParaRPr sz="17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0" y="2121408"/>
            <a:ext cx="77724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69665E"/>
                </a:solidFill>
                <a:latin typeface="Aptos"/>
              </a:rPr>
              <a:t>BVRIT Hyderabad College of Engineering for Women</a:t>
            </a:r>
            <a:endParaRPr sz="13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2450591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496753"/>
                </a:solidFill>
                <a:latin typeface="Aptos"/>
              </a:rPr>
              <a:t>CGPA: 8.05 / 10</a:t>
            </a:r>
            <a:endParaRPr sz="1200" b="1">
              <a:solidFill>
                <a:srgbClr val="496753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77824" y="3172968"/>
            <a:ext cx="384048" cy="384048"/>
          </a:xfrm>
          <a:prstGeom prst="ellipse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063240"/>
            <a:ext cx="18288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A34B31"/>
                </a:solidFill>
                <a:latin typeface="Aptos"/>
              </a:rPr>
              <a:t>2022 – 2025</a:t>
            </a:r>
            <a:endParaRPr sz="12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3063240"/>
            <a:ext cx="77724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A2B27"/>
                </a:solidFill>
                <a:latin typeface="Aptos"/>
              </a:rPr>
              <a:t>Diploma, Computer Science &amp; Engineering</a:t>
            </a:r>
            <a:endParaRPr sz="17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3447288"/>
            <a:ext cx="77724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69665E"/>
                </a:solidFill>
                <a:latin typeface="Aptos"/>
              </a:rPr>
              <a:t>Smt. Durgabai Deshmukh Government Women’s Technical Training Institute</a:t>
            </a:r>
            <a:endParaRPr sz="13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3776472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496753"/>
                </a:solidFill>
                <a:latin typeface="Aptos"/>
              </a:rPr>
              <a:t>CGPA: 9.66 / 10</a:t>
            </a:r>
            <a:endParaRPr sz="1200" b="1">
              <a:solidFill>
                <a:srgbClr val="496753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77824" y="4498848"/>
            <a:ext cx="384048" cy="384048"/>
          </a:xfrm>
          <a:prstGeom prst="ellipse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4389120"/>
            <a:ext cx="18288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A34B31"/>
                </a:solidFill>
                <a:latin typeface="Aptos"/>
              </a:rPr>
              <a:t>2021 – 2022</a:t>
            </a:r>
            <a:endParaRPr sz="12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77724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2A2B27"/>
                </a:solidFill>
                <a:latin typeface="Aptos"/>
              </a:rPr>
              <a:t>SSC</a:t>
            </a:r>
            <a:endParaRPr sz="17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0" y="4773168"/>
            <a:ext cx="77724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300" b="0">
                <a:solidFill>
                  <a:srgbClr val="69665E"/>
                </a:solidFill>
                <a:latin typeface="Aptos"/>
              </a:rPr>
              <a:t>Unique High School</a:t>
            </a:r>
            <a:endParaRPr sz="13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0" y="5102352"/>
            <a:ext cx="320040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496753"/>
                </a:solidFill>
                <a:latin typeface="Aptos"/>
              </a:rPr>
              <a:t>CGPA: 9.8 / 10</a:t>
            </a:r>
            <a:endParaRPr sz="1200" b="1">
              <a:solidFill>
                <a:srgbClr val="49675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A34B31"/>
                </a:solidFill>
                <a:latin typeface="Aptos"/>
              </a:rPr>
              <a:t>05 / EXPERIENCE</a:t>
            </a:r>
            <a:endParaRPr sz="1000" b="1">
              <a:solidFill>
                <a:srgbClr val="A34B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800" b="1">
                <a:solidFill>
                  <a:srgbClr val="2A2B27"/>
                </a:solidFill>
                <a:latin typeface="Aptos"/>
              </a:rPr>
              <a:t>Training &amp; strengths</a:t>
            </a:r>
            <a:endParaRPr sz="28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0292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/>
            <a:r>
              <a:rPr sz="1000" b="1">
                <a:solidFill>
                  <a:srgbClr val="69665E"/>
                </a:solidFill>
                <a:latin typeface="Aptos"/>
              </a:rPr>
              <a:t>06</a:t>
            </a:r>
            <a:endParaRPr sz="1000" b="1">
              <a:solidFill>
                <a:srgbClr val="69665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73152" cy="2011680"/>
          </a:xfrm>
          <a:prstGeom prst="rect">
            <a:avLst/>
          </a:prstGeom>
          <a:solidFill>
            <a:srgbClr val="A3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47672"/>
            <a:ext cx="48006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INDUSTRIAL TRAINING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800600" cy="12984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Industech Solutions • 2024
Python industrial training, including work on a Hand Gesture Recognition project.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2011680"/>
          </a:xfrm>
          <a:prstGeom prst="rect">
            <a:avLst/>
          </a:prstGeom>
          <a:solidFill>
            <a:srgbClr val="496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80060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>
                <a:solidFill>
                  <a:srgbClr val="2A2B27"/>
                </a:solidFill>
                <a:latin typeface="Aptos"/>
              </a:rPr>
              <a:t>TECHNICAL STRENGTHS</a:t>
            </a:r>
            <a:endParaRPr sz="16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800600" cy="12984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9665E"/>
                </a:solidFill>
                <a:latin typeface="Aptos"/>
              </a:rPr>
              <a:t>Programming fundamentals • Problem solving • Web basics • Computer vision fundamentals</a:t>
            </a:r>
            <a:endParaRPr sz="1200" b="0">
              <a:solidFill>
                <a:srgbClr val="69665E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274320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200" b="1">
                <a:solidFill>
                  <a:srgbClr val="2A2B27"/>
                </a:solidFill>
                <a:latin typeface="Aptos"/>
              </a:rPr>
              <a:t>What I bring</a:t>
            </a:r>
            <a:endParaRPr sz="2200" b="1">
              <a:solidFill>
                <a:srgbClr val="2A2B2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515600" cy="11887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0">
                <a:solidFill>
                  <a:srgbClr val="69665E"/>
                </a:solidFill>
                <a:latin typeface="Aptos"/>
              </a:rPr>
              <a:t>•  A learner’s mindset and willingness to improve
•  Practice through coding platforms and personal projects
•  Interest in building reliable, useful software</a:t>
            </a:r>
            <a:endParaRPr sz="1600" b="0">
              <a:solidFill>
                <a:srgbClr val="69665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50292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1">
                <a:solidFill>
                  <a:srgbClr val="DC926F"/>
                </a:solidFill>
                <a:latin typeface="Aptos"/>
              </a:rPr>
              <a:t>LET’S CONNECT</a:t>
            </a:r>
            <a:endParaRPr sz="12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858000" cy="8229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Thank you!</a:t>
            </a:r>
            <a:endParaRPr sz="4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680960" cy="7772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900" b="0">
                <a:solidFill>
                  <a:srgbClr val="DFDBD1"/>
                </a:solidFill>
                <a:latin typeface="Aptos"/>
              </a:rPr>
              <a:t>I’m open to learning opportunities, internships, and meaningful software projects.</a:t>
            </a:r>
            <a:endParaRPr sz="1900" b="0">
              <a:solidFill>
                <a:srgbClr val="DFDBD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325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DC926F"/>
                </a:solidFill>
                <a:latin typeface="Aptos"/>
              </a:rPr>
              <a:t>EMAIL</a:t>
            </a:r>
            <a:endParaRPr sz="10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40280" y="3410712"/>
            <a:ext cx="8686800" cy="3017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sg.sreevalli@gmail.com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959352"/>
            <a:ext cx="1325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DC926F"/>
                </a:solidFill>
                <a:latin typeface="Aptos"/>
              </a:rPr>
              <a:t>GITHUB</a:t>
            </a:r>
            <a:endParaRPr sz="10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0280" y="3941064"/>
            <a:ext cx="8686800" cy="3017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github.com/Sreevalli1011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89704"/>
            <a:ext cx="1325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DC926F"/>
                </a:solidFill>
                <a:latin typeface="Aptos"/>
              </a:rPr>
              <a:t>LINKEDIN</a:t>
            </a:r>
            <a:endParaRPr sz="10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0280" y="4471416"/>
            <a:ext cx="8686800" cy="3017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linkedin.com/in/s-g-sreevalli-996496395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020056"/>
            <a:ext cx="1325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DC926F"/>
                </a:solidFill>
                <a:latin typeface="Aptos"/>
              </a:rPr>
              <a:t>PORTFOLIO</a:t>
            </a:r>
            <a:endParaRPr sz="10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40280" y="5001768"/>
            <a:ext cx="8686800" cy="3017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sreevalli1011.github.io/Sreevalli-Portfolio/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550408"/>
            <a:ext cx="1325880" cy="2560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000" b="1">
                <a:solidFill>
                  <a:srgbClr val="DC926F"/>
                </a:solidFill>
                <a:latin typeface="Aptos"/>
              </a:rPr>
              <a:t>PHONE</a:t>
            </a:r>
            <a:endParaRPr sz="1000" b="1">
              <a:solidFill>
                <a:srgbClr val="DC926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0280" y="5532120"/>
            <a:ext cx="8686800" cy="30175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+91-7416327324</a:t>
            </a:r>
            <a:endParaRPr sz="15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Presentation</Application>
  <PresentationFormat>On-screen Show (4:3)</PresentationFormat>
  <Paragraphs>152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 G Sreevalli - Portfolio</dc:title>
  <dc:creator>S G Sreevalli</dc:creator>
  <dc:description>generated using python-pptx</dc:description>
  <dc:subject>Personal portfolio presentation</dc:subject>
  <cp:lastModifiedBy>Sreevalli Sambata</cp:lastModifiedBy>
  <cp:revision>2</cp:revision>
  <dcterms:created xsi:type="dcterms:W3CDTF">2013-01-27T09:14:00Z</dcterms:created>
  <dcterms:modified xsi:type="dcterms:W3CDTF">2026-10-14T04:53:26Z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BA319613790A403CBC128E6F2BDD81A0_13</vt:lpwstr>
  </property>
  <property fmtid="{D5CDD505-2E9C-101B-9397-08002B2CF9AE}" pid="3" name="KSOProductBuildVer">
    <vt:lpwstr>1033-12.1.0.29162</vt:lpwstr>
  </property>
</Properties>
</file>